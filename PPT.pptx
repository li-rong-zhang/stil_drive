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基于STIL色散共焦传感器的</a:t>
            </a:r>
            <a:br/>
            <a:r>
              <a:t>超精密轮廓扫描系统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05050"/>
                </a:solidFill>
              </a:defRPr>
            </a:pPr>
            <a:r>
              <a:t>硬件同步触发与多模式变轨迹扫描方法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研究背景与问题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超精密光学元件加工对面形检测提出更高要求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传统接触式测量存在力学变形和速度限制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软件定时采样存在空间位置不确定性问题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光学元件面形复杂，需要多种扫描轨迹适配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99"/>
                </a:solidFill>
              </a:defRPr>
            </a:pPr>
            <a:r>
              <a:t>硬件组成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- STIL CCS Prima 色散共焦传感器</a:t>
            </a:r>
          </a:p>
          <a:p>
            <a:pPr>
              <a:spcAft>
                <a:spcPts val="800"/>
              </a:spcAft>
              <a:defRPr sz="1800"/>
            </a:pPr>
            <a:r>
              <a:t>- Delta Tau Power PMAC 运动控制器</a:t>
            </a:r>
          </a:p>
          <a:p>
            <a:pPr>
              <a:spcAft>
                <a:spcPts val="800"/>
              </a:spcAft>
              <a:defRPr sz="1800"/>
            </a:pPr>
            <a:r>
              <a:t>- 超精密机床（三轴/五轴）</a:t>
            </a:r>
          </a:p>
          <a:p>
            <a:pPr>
              <a:spcAft>
                <a:spcPts val="800"/>
              </a:spcAft>
              <a:defRPr sz="1800"/>
            </a:pPr>
            <a:r>
              <a:t>- 工控机（Windows + Qt）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99"/>
                </a:solidFill>
              </a:defRPr>
            </a:pPr>
            <a:r>
              <a:t>软件架构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- Qt 6.10.2 上位机人机交互</a:t>
            </a:r>
          </a:p>
          <a:p>
            <a:pPr>
              <a:spcAft>
                <a:spcPts val="800"/>
              </a:spcAft>
              <a:defRPr sz="1800"/>
            </a:pPr>
            <a:r>
              <a:t>- STIL DLL 传感器驱动 (USB)</a:t>
            </a:r>
          </a:p>
          <a:p>
            <a:pPr>
              <a:spcAft>
                <a:spcPts val="800"/>
              </a:spcAft>
              <a:defRPr sz="1800"/>
            </a:pPr>
            <a:r>
              <a:t>- PMAC Telnet TCP/IP 运动控制</a:t>
            </a:r>
          </a:p>
          <a:p>
            <a:pPr>
              <a:spcAft>
                <a:spcPts val="800"/>
              </a:spcAft>
              <a:defRPr sz="1800"/>
            </a:pPr>
            <a:r>
              <a:t>- Eigen 最小二乘面形分析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核心创新：硬件位置同步采集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利用 PowerPMAC Gate3 EQU 硬件比较器输出触发脉冲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触发脉冲由编码器计数精确控制，非软件定时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STIL 传感器收到外部硬件触发后立即采集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采样点空间位置精度由运动控制器编码器分辨率决定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三种扫描模式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99"/>
                </a:solidFill>
              </a:defRPr>
            </a:pPr>
            <a:r>
              <a:t>直线扫描 (X轴)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- X轴单轴线性扫描</a:t>
            </a:r>
          </a:p>
          <a:p>
            <a:pPr>
              <a:spcAft>
                <a:spcPts val="800"/>
              </a:spcAft>
              <a:defRPr sz="1800"/>
            </a:pPr>
            <a:r>
              <a:t>- 触发间隔：100,000 count = 1um</a:t>
            </a:r>
          </a:p>
          <a:p>
            <a:pPr>
              <a:spcAft>
                <a:spcPts val="800"/>
              </a:spcAft>
              <a:defRPr sz="1800"/>
            </a:pPr>
            <a:r>
              <a:t>- 坐标还原：x = n x 1um, y = 0</a:t>
            </a:r>
          </a:p>
          <a:p>
            <a:pPr>
              <a:spcAft>
                <a:spcPts val="800"/>
              </a:spcAft>
              <a:defRPr sz="1800"/>
            </a:pPr>
            <a:r>
              <a:t>- 用途：直线截面轮廓测量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99"/>
                </a:solidFill>
              </a:defRPr>
            </a:pPr>
            <a:r>
              <a:t>螺旋扫描 (C+X轴联动)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- C轴旋转 + X轴径向进给联动</a:t>
            </a:r>
          </a:p>
          <a:p>
            <a:pPr>
              <a:spcAft>
                <a:spcPts val="800"/>
              </a:spcAft>
              <a:defRPr sz="1800"/>
            </a:pPr>
            <a:r>
              <a:t>- 触发间隔：640,000 count = 0.5 deg</a:t>
            </a:r>
          </a:p>
          <a:p>
            <a:pPr>
              <a:spcAft>
                <a:spcPts val="800"/>
              </a:spcAft>
              <a:defRPr sz="1800"/>
            </a:pPr>
            <a:r>
              <a:t>- 过圆心坐标算法，消数据空洞</a:t>
            </a:r>
          </a:p>
          <a:p>
            <a:pPr>
              <a:spcAft>
                <a:spcPts val="800"/>
              </a:spcAft>
              <a:defRPr sz="1800"/>
            </a:pPr>
            <a:r>
              <a:t>- 用途：光学元件全口径面形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扫描模式三：球面纬线扫描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C轴旋转，X轴固定半径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触发间隔：40,960 count = 0.1 deg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扫描范围：370 deg（360 deg + 10 deg重叠区）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坐标还原：x = R x cos(theta), y = R x sin(theta)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过圆心螺旋扫描坐标算法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传统方法：半径不能过零，存在圆心数据空洞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本方法：允许半径变为负值，实现完整穿越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实时半径计算：R = R0 - (theta/360 deg) x pitch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极坐标转直角坐标：x = R x cos(theta), y = R x sin(theta)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数据后处理与面形分析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强度过滤：保留 intensity in [5%, 95%] 的有效点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最小二乘平面拟合：Z = a x x + b x y + c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去除倾斜：计算残差 residual = z - (a x x + b x y + c)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输出指标：PV、RMS、X/Y倾斜角（角秒）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实验系统与参数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99"/>
                </a:solidFill>
              </a:defRPr>
            </a:pPr>
            <a:r>
              <a:t>硬件参数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- STIL CCS Prima: 100-2000Hz采样</a:t>
            </a:r>
          </a:p>
          <a:p>
            <a:pPr>
              <a:spcAft>
                <a:spcPts val="800"/>
              </a:spcAft>
              <a:defRPr sz="1800"/>
            </a:pPr>
            <a:r>
              <a:t>- PowerPMAC: 以太网TCP/Telnet控制</a:t>
            </a:r>
          </a:p>
          <a:p>
            <a:pPr>
              <a:spcAft>
                <a:spcPts val="800"/>
              </a:spcAft>
              <a:defRPr sz="1800"/>
            </a:pPr>
            <a:r>
              <a:t>- X轴分辨率: 1um/pulse</a:t>
            </a:r>
          </a:p>
          <a:p>
            <a:pPr>
              <a:spcAft>
                <a:spcPts val="800"/>
              </a:spcAft>
              <a:defRPr sz="1800"/>
            </a:pPr>
            <a:r>
              <a:t>- C轴分辨率: 0.5 deg/pulse (螺旋), 0.1 deg/pulse (纬线)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99"/>
                </a:solidFill>
              </a:defRPr>
            </a:pPr>
            <a:r>
              <a:t>软件参数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- Qt 6.10.2 + QCustomPlot 实时绘图</a:t>
            </a:r>
          </a:p>
          <a:p>
            <a:pPr>
              <a:spcAft>
                <a:spcPts val="800"/>
              </a:spcAft>
              <a:defRPr sz="1800"/>
            </a:pPr>
            <a:r>
              <a:t>- 双缓冲采集 (BufferLength=1, 2 buffers)</a:t>
            </a:r>
          </a:p>
          <a:p>
            <a:pPr>
              <a:spcAft>
                <a:spcPts val="800"/>
              </a:spcAft>
              <a:defRPr sz="1800"/>
            </a:pPr>
            <a:r>
              <a:t>- TRE外部触发模式</a:t>
            </a:r>
          </a:p>
          <a:p>
            <a:pPr>
              <a:spcAft>
                <a:spcPts val="800"/>
              </a:spcAft>
              <a:defRPr sz="1800"/>
            </a:pPr>
            <a:r>
              <a:t>- CSV时间戳文件名自动保存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创新点总结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【创新一】提出基于Gate3 EQU的硬件位置同步触发方法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【创新二】设计过圆心螺旋扫描坐标算法，消除数据空洞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【创新三】实现三种扫描模式自适应切换（直线/螺旋/纬线）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【创新四】融合高度+强度双通道数据质量控制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结论与展望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完成了超精密轮廓扫描系统的软硬件集成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硬件同步触发保证了采样点的空间位置精度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三种扫描模式覆盖了典型光学元件面形测量需求</a:t>
            </a:r>
          </a:p>
          <a:p>
            <a:pPr>
              <a:spcAft>
                <a:spcPts val="1200"/>
              </a:spcAft>
              <a:defRPr sz="2200">
                <a:solidFill>
                  <a:srgbClr val="282828"/>
                </a:solidFill>
              </a:defRPr>
            </a:pPr>
            <a:r>
              <a:t>过圆心螺旋扫描算法具有原创性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05050"/>
                </a:solidFill>
              </a:defRPr>
            </a:pPr>
            <a:r>
              <a:t>欢迎提问与讨论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